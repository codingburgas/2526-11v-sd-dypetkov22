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Meal Planner App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ASP.NET Core MVC project presentation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 web app for weekly meal planning, recipes, ingredients, and nutrition tracking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Supports private user plans and shared content through admin approval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Built with .NET 8, Entity Framework Core, Identity, SQLite, Razor, and Bootstrap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Includes rule-based meal recommendation logic for personalized weekly plans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Problem and Goal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Why this project exists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Meal planning manually is repetitive and hard to organize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Users often need recipes, nutrition data, and weekly structure in one place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The app reduces manual work by generating and reusing meal plans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The goal is a practical planner with authentication, moderation, and nutrition logic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Main Features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What the application can do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Register and log in with ASP.NET Core Identity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Browse and filter recipes by ingredient, vegetarian status, or high-protein options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Create weekly plans with breakfast, lunch, and dinner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Generate personalized plans from macro goals and food restrictions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Save good weeks as reusable templates and submit content for admin review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User Roles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Access control and responsibilities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Visitors can browse approved recipes, ingredients, and public templates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Registered users can create private plans, recipes, and templates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Users can submit recipes and templates for approval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Admins manage ingredients and moderate shared content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Role-based authorization protects planner and admin pages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Technology Stack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Tools and frameworks used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.NET 8 and C# for the backend application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ASP.NET Core MVC with Razor views for server-rendered UI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Entity Framework Core 8 for database access and migrations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SQLite for local data storage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ASP.NET Core Identity for users, roles, password rules, and cookies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Bootstrap and custom CSS for responsive styling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Architecture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How the application is organized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Controllers handle HTTP requests, validation flow, redirects, and views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Services contain business logic for recipes, plans, templates, and ingredients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Models represent database entities such as Recipe, Ingredient, MealPlan, and Meal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DTOs shape data for forms and views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ApplicationDbContext connects EF Core to SQLite and configures relationships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Data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Main entities and relationships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User owns meal plans, recipes, templates, and ingredient preferences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Recipe connects to Ingredient through RecipeIngredient with quantity in grams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MealPlan represents one planned day and contains meals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Meal references a recipe, meal type, and portion multiplier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MealPlanTemplate stores reusable weekly plans with day offsets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AI / Recommendation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Explainable rule-based generation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The project does not use an external AI API or neural network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It uses a rule-based recommendation model inside MealPlanService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Inputs include body weight, meals per day, macro targets, excluded foods, and allergies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Candidate recipes are filtered by restrictions and scored by meal type suitability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The algorithm selects meals that are close to the user's nutrition goals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Nutrition and Planning Logic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How weekly plans are calculated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Weeks are normalized to Monday through WeekDateHelper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Calories and macros are calculated from recipes, ingredients, quantities, and portions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Preset plans copy approved seeded recipes into the selected week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Generated plans replace the target week to avoid mixed old and new meals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Meal swapping searches for another allowed recipe that fits the same context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Admin and Moderation Workflow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How shared content is controlled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Recipes and templates can be Draft, Pending Review, Approved, or Rejected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Draft content is private to the owner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Approved content becomes visible to everyone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Admins can approve or reject recipes and templates with notes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Ingredients are admin-managed because they affect nutrition calculations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Demo 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Suggested order for presenting live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Open the home page and explain the navigation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Browse recipes and ingredients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Log in or register a user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Open the weekly planner and start a preset plan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Generate a personalized plan and swap one meal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Save a week as a template and show admin review screens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50000" y="420000"/>
            <a:ext cx="109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7324D"/>
                </a:solidFill>
              </a:rPr>
              <a:t>Challenges and Future Improvements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00000" y="116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526171"/>
                </a:solidFill>
              </a:rPr>
              <a:t>What was learned and what can be added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900000" y="1850000"/>
            <a:ext cx="103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Challenges: Identity setup, EF relationships, nutrition calculations, and review workflow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Learned: MVC structure, service layer design, migrations, roles, and validation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Future: shopping list, recipe images, favorites, drag-and-drop planner, and tests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Future: stronger recommendation scoring and more nutrition fields like fiber or sugar</a:t>
            </a:r>
          </a:p>
          <a:p>
            <a:pPr marL="342900" indent="-228600">
              <a:buChar char="•"/>
            </a:pPr>
            <a:r>
              <a:rPr lang="en-US" sz="2050">
                <a:solidFill>
                  <a:srgbClr val="243447"/>
                </a:solidFill>
              </a:rPr>
              <a:t>The project is extendable because features are separated into services and models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00000" y="635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>
                <a:solidFill>
                  <a:srgbClr val="6B7280"/>
                </a:solidFill>
              </a:rPr>
              <a:t>Meal Planner App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Деан Й. Петков</cp:lastModifiedBy>
  <cp:revision>1</cp:revision>
  <dcterms:modified xsi:type="dcterms:W3CDTF">2026-04-23T15:32:18Z</dcterms:modified>
</cp:coreProperties>
</file>